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논문 출처(Springer, Oral and Maxillofacial Surgery, 2024), 선정 사유(치과약리학 직결, 최근 5년 이내, 국제학술지 Original article)를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발치 시 통증 조절 실패가 환자 경험과 시술 효율에 미치는 영향을 도입부에서 강조. 리도카인/아티카인의 약리학적 차이(조직 침투력, pKa 등)는 다음 슬라이드로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오늘 소개할 논문이 채우는 공백을 시각적으로 보여주는 목적. 세 연구 결과가 서로 다르다는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가설은 저자들이 명시한 연구가설이 아니라 발표자가 선행연구 흐름을 근거로 재구성한 것임을 언급하면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split-mouth 설계의 장점(대상자 본인이 대조군 — 개체 간 변이 통제)을 설명. 이중눈가림이 어떻게 이뤄졌는지(투여자/평가자 분리 등) 원문에서 확인해 보충하면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초록/검색 스니펫 기준(122.1±52.90초 vs 144.5±68.85초)이며, p-value·95% CI 등 정확한 통계치는 원문 Results 섹션에서 직접 확인해 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 관련 정량 수치는 검색 스니펫만으로 확보되지 않아 플레이스홀더로 남김 — 원문 Table/Figure를 확인해 직접 채워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초안으로 채워둔 내용 — 논문 원문을 직접 읽어본 뒤 본인 의견으로 다듬을 것(특히 Q&amp;A 대비를 위해 표본수 검정력·diffusion 가능성 부분은 원문 근거로 보강 추천).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연구계획서 과제(완충 아티카인 vs 리도카인, 한국인 대상)와 자연스럽게 연결하며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split-mouth 설계에서 두 마취제가 서로 확산되어 결과를 교란할 가능성은 없는가?
예상 질문 2: 표본수 60명이 통계적으로 충분한가 (검정력 계산 근거)?
예상 질문 3: 에피네프린 농도가 동일(1:100,000)한데 순수 약물 자체의 효과 차이로 볼 수 있는가, 농도(4% vs 2%) 차이의 영향은 아닌가?
예상 질문 4: 이 결과를 한국인 임상 현장에 그대로 적용할 수 있는가(연구계획서 주제와 연결)?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Efficacy of Analgesia Promoted by Lidocaine and</a:t>
            </a:r>
            <a:endParaRPr lang="en-US" sz="2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Articaine in Third Molar Extraction Surgery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Split-Mouth, Randomized, Controlled Trial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Oral and Maxillofacial Surgery (Springer), 2024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[이름 입력]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국소마취제 선택이 중요한가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하악 제3대구치 발치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구강악안면외과 시술 중 하나 — 마취 실패/지연 시 환자 불안·통증 급증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리도카인 (Lidocaine)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널리 쓰이는 표준 국소마취제, 2% 농도 + 에피네프린 병용이 일반적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 (Articaine)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티오펜 고리 구조로 조직 침투력이 높다고 알려진 4세대 아마이드계 마취제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기존 근거의 공백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완충(Buffered) 제형 효과는 연구마다 결과가 엇갈림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532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제3대구치 발치 (2024, Springer)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0" y="2624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0" y="2624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발현시간 유의하게 단축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3675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· 발치 시 완충 리도카인 (2024, JOMS/Cincinnati)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0" y="3767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5B7A7E">
              <a:alpha val="1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767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처리 효과 통계적 유의성 없음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4818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소아 · 침윤/전달마취 (2019, 2024)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0" y="4910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0" y="4910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완충 제형이 주사통·발현시간 유의하게 개선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연령대·시술 종류에 따라 결과가 불일치 — 한국인 성인·제3대구치 발치 상황에 특화된 head-to-head 비교 데이터는 부재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 &amp; HYPOTHESIS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하악·상악 제3대구치 발치 환자에서 4% 아티카인(+에피네프린)과 2% 리도카인(+에피네프린)의 마취 발현시간, 통증(VAS), 추가 마취 필요성을 비교한다.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 부위가 리도카인 측 부위보다 마취 발현시간이 유의하게 짧고, 추가 마취 필요율이 유의하게 낮을 것이다.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설계 및 대상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Split-mouth, 이중눈가림,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대조 연구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수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60명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(양측 상·하악 제3대구치 발치)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820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(좌우 무작위 배정)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 + 에피네프린 1:100,000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 리도카인 + 에피네프린 1:100,000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측정변수  마취 발현시간(초시계) · 통증(VAS 0-10) · 마취 지속시간 · 추가 마취 필요 여부/횟수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마취 발현시간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122.1 ± 52.9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아티카인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66928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7A7E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144.5 ± 68.9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리도카인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아티카인 측이 평균 22.4초 더 빠르게 발현 (p &lt; 0.05, 통계적으로 유의)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892040"/>
            <a:ext cx="10424160" cy="1188720"/>
          </a:xfrm>
          <a:prstGeom prst="roundRect">
            <a:avLst>
              <a:gd name="adj" fmla="val 7692"/>
            </a:avLst>
          </a:prstGeom>
          <a:solidFill>
            <a:srgbClr val="F7FBFB"/>
          </a:solidFill>
          <a:ln w="12700">
            <a:solidFill>
              <a:srgbClr val="00A896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소견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49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측의 추가 마취(보충 주사) 필요 튜브 수가 리도카인 측보다 적게 보고됨(원문상 정확한 수치는 Table 확인 후 발표 시 구두로 보충).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통증(VAS) 및 종합 소견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주사통 / 술 중·후 VAS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[원문 확인 필요 — VAS 평균값·표준편차, 군간 비교 결과]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저자 결론 요약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아티카인이 2% 리도카인 대비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발현이 더 빠르고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추가 마취 필요성이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낮아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제3대구치 발치 시 유리한 선택지가 될 수 있음을 시사한다.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CRITICAL APPRAISAL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설계로 개체 간 변이(통증 민감도·해부학적 차이)를 통제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무작위 배정 + 이중눈가림으로 선택·측정 편향 최소화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발현시간을 초시계로 직접 측정 — 주관적 VAS와 객관적 지표를 병행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60604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60명(30쌍) 표본수의 검정력(power) 산출 근거가 원문에 명확히 제시되지 않음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특성상 좌우 약물이 확산(diffusion)되어 교차오염 가능성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단일 기관·단기 추적 — 시술자 숙련도 등 기관별 변이 반영 안 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606040"/>
            <a:ext cx="3063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한국인 대상 데이터가 아님 — 골밀도·조직 특성 차이로 발현시간 절대값은 다를 수 있음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다만 국소마취제 약리기전(pKa, 지질용해도) 자체는 인종 무관 — 상대적 우위 경향은 참고 가능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완충(buffered) 제형 비교는 빠져 있어, 본 과제 연구계획서 주제로 보완 필요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TAKE-HOME MESSAGE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발치 시 빠른 마취 발현이 필요한 상황이라면,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아티카인이 리도카인보다 유리한 선택지일 수 있다.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단, 근거는 특정 인구집단·단일 연구 기준 — 한국인 대상 재현/후속 연구로 확인이 필요함 (→ 본 과제의 연구계획서 참고)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Q &amp; A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2026-09-29T02:52:25Z</dcterms:created>
  <dcterms:modified xsi:type="dcterms:W3CDTF">2026-09-29T02:52:25Z</dcterms:modified>
</cp:coreProperties>
</file>