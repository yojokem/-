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오늘 소개할 논문이 채우는 공백을 시각적으로 보여주는 목적. 세 연구 결과가 서로 다르다는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초록/검색 스니펫 기준(122.1±52.90초 vs 144.5±68.85초)이며, p-value·95% CI 등 정확한 통계치는 원문 Results 섹션에서 직접 확인해 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발표자 본인의 실제 의견으로 채워야 하는 영역. 표본수 60명의 검정력, split-mouth 특유의 교차확산(diffusion) 가능성, 단일 기관 연구의 일반화 한계 등을 생각해볼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Efficacy of Analgesia Promoted by Lidocaine and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Articaine in Third Molar Extraction Surgery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Split-Mouth, Randomized, Controlled Trial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[이름 입력]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완충(Buffered) 제형 효과는 연구마다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제3대구치 발치 (2024, Springer)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발치 시 완충 리도카인 (2024, JOMS/Cincinnati)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처리 효과 통계적 유의성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소아 · 침윤/전달마취 (2019, 2024)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제형이 주사통·발현시간 유의하게 개선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연령대·시술 종류에 따라 결과가 불일치 — 한국인 성인·제3대구치 발치 상황에 특화된 head-to-head 비교 데이터는 부재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 &amp; HYPOTHESIS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(통계적 유의성: [원문 확인 필요])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측의 추가 마취(보충 주사) 필요율이 리도카인 측보다 낮게 보고됨. 정확한 비율·건수는 [원문 확인 필요].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주사통 / 술 중·후 VAS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[원문 확인 필요 — VAS 평균값·표준편차, 군간 비교 결과]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CRITICAL APPRAISAL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설계의 강점은?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(예: split-mouth로 개체간 변이 통제)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22960" y="47091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521208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7889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표본수·눈가림·결과 측정의 한계는?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채워 넣기)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617720" y="420624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617720" y="47091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521208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7889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 임상 현장에 그대로 적용 가능한가?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채워 넣기)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412480" y="420624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412480" y="47091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521208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TAKE-HOME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2026-09-02T21:05:06Z</dcterms:created>
  <dcterms:modified xsi:type="dcterms:W3CDTF">2026-09-02T21:05:06Z</dcterms:modified>
</cp:coreProperties>
</file>