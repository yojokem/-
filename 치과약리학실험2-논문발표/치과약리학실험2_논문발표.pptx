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출처(J Pharm Bioallied Sci, 2026 최신호), 선정 사유(치과약리학 20장 NSAID/PGE2 내용과 직결,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20장(통증·염증·관절질환 치료제)에서 배운 COX/PGE2/NSAID 내용이 그대로 이어짐을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발표의 핵심 뼈대. Q&amp;A에서 '왜 아세트아미노펜을 대조군으로 썼나'라는 질문이 나오면 이 슬라이드로 바로 답변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참고문헌 4,5,6,8번 기반. Shetty 2013이 사실상 직계 선행연구이고, 이번 논문은 여기에 RANKL과 3개월 종단설계를 더한 확장연구로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것은 아니고, Background에서 제시한 PGE2-RANKL 기전으로부터 발표자가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선정기준(Class II, 상악 제1소구치 발치+견치원심이동, 치주건강)과 제외기준(항염제·비스포스포네이트 복용, 흡연, 임신, 기존교정경험)은 원문에 있으므로 질문 오면 답변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1(기저동질성: 연령 p=0.36, 성비 p=1.00)·Table 2 기준. 1개월차 비유의는 '누적효과'라는 포인트로 짚으면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결과①(임상)과 결과②(생화학)가 같은 방향으로 정합된다는 점이 이 논문의 설득력 — Discussion에서 저자들이 강조하는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우측 칸의 '통계적 유의성 vs 임상적 유의성' 포인트는 Q&amp;A에서 자주 나오는 질문이니 본인 의견으로 발전시킬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20장(NSAID/PGE2) 내용과의 연결을 다시 한번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표본수가 군당 15명인데 통계적으로 충분한가?
예상 질문 2: 진통제를 월 3일만 복용하게 했는데, 그 외 기간 환자가 임의로 다른 진통제를 먹었을 가능성은 어떻게 통제했는가?
예상 질문 3: GCF 측정을 T1(1개월차) 한 번만 했는데, 2·3개월차의 생화학적 변화도 같은 패턴일 거라고 볼 수 있는가?
예상 질문 4: 17.4% 이동량 차이가 실제 총 교정 치료기간을 얼마나 늘리는지, 임상적으로 의미 있는 수준인가?
예상 질문 5: 아세트아미노펜의 진통 효과가 이부프로펜보다 약하다면, 환자 순응도(통증 참기)에는 문제가 없었는가?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교정치료 중 진통제 선택이 치아이동 속도에 미치는 영향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— 이부프로펜 vs 아세트아미노펜 —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Evaluation of Systemic Nonsteroidal Anti-inflammatory Drugs on Orthodontic Tooth Movement Rate: A Clinical and Biomarker-Based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of Pharmacy and Bioallied Sciences, 2026 (Vol.18, No.1)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교정치료 중 진통제 선택, 왜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치아이동(OTM)의 생물학적 기반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교정력 → 국소 저산소증·체액이동 → 「무균성 염증」 캐스케이드 → 압박측 골흡수·긴장측 골형성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진통제 처방의 현실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환자의 최대 95%가 장치 활성화 후 통증 호소 → NSAID(이부프로펜 등)가 1차 진통제로 흔히 처방됨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이론적 우려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NSAID의 COX 억제 기전이 진통엔 유효하나, 골개조에 필수적인 PGE2 생성까지 차단 → 치아이동 속도 자체를 늦출 가능성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약리기전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PGE2 → RANKL 경로 — 왜 NSAID가 치아이동을 늦추는가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210312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기계적 자극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9202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교정력 → PDL·치조골 국소 저산소증/체액이동 → phospholipase A2 활성화 → 아라키돈산 유리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46120"/>
            <a:ext cx="210312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461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COX 경로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1089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COX-1/2가 아라키돈산을 PGE2로 전환 — 이 단계가 이부프로펜(비선택적 COX 억제제)의 표적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434840"/>
            <a:ext cx="210312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348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PGE2 → RANKL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2976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PGE2가 조골세포·PDL세포에서 RANKL 발현을 유도 → RANKL이 파골세포 전구세포의 RANK 수용체에 결합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623560"/>
            <a:ext cx="210312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6235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파골세포 활성 → 골흡수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5486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RANKL-RANK 결합으로 파골세포 분화·활성 촉진 → 압박측 치조골 흡수 → 치아이동 실현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아세트아미노펜은 주로 중추(뇌)에서 작용해 말초 PGE2·이 경로에는 영향이 적음 — 그래서 대조약물로 선택됨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비교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이 연구가 채우는 공백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30428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Shetty et al. 2013, Prog Orthod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230428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이부프로펜·아세트아미노펜의 GCF PGE2 비교 (human study) — 이 연구의 직접적 선행연구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35387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Bartzela et al. 2009, AJODO (systematic review)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3872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약물이 치아이동 속도에 미치는 영향을 문헌적으로 정리 — NSAID의 억제 효과 시사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77316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Kelderman &amp; Ren 2022, Eur J Orthod (review)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477316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진통제와 치아이동에 대한 최신 systematic review — 근거의 일관성은 아직 논쟁적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본 연구는 Shetty(2013)의 단일시점 PGE2 비교를 「RANKL 지표 추가 + 3개월 종단추적 + 실제 치아이동량 측정」으로 확장 — 기전(PGE2/RANKL)과 임상결과(이동량)를 동시에 검증한 최초 사례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및 가설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상악 제1소구치 발치 및 견치 원심이동이 필요한 교정환자에서, 이부프로펜(400mg)과 아세트아미노펜(500mg)이 치아이동 속도 및 치은열구액(GCF) PGE2·RANKL 농도에 미치는 영향을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 투여군은 아세트아미노펜 투여군보다 치아이동 속도가 유의하게 느리고, GCF PGE2·RANKL 농도가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연구방법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전향적, 이중눈가림,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병렬군 RCT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30명 (남14·여16, 평균 20.5±2.4세)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군당 15명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A군: 이부프로펜 400mg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B군: 아세트아미노펜 500mg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(8시간마다 1캡슐×3일, 매달×3개월)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임상: 캘리퍼로 측정한 견치-제2소구치 브라켓 간 거리 변화(누적 이동량) · 생화학: GCF PGE2·RANKL(ELISA)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치아이동량 비교 (3개월 누적)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44805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2.85 ± 0.32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이부프로펜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783080"/>
            <a:ext cx="44805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19659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3.45 ± 0.41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아세트아미노펜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86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이부프로펜군이 3개월 총 이동량 17.4% 적음 (p&lt;0.001) — 1개월차엔 유의차 없었으나(p=0.052), 2개월차부터 유의(p=0.001)해져 누적효과로 나타남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526280"/>
          <a:ext cx="10424160" cy="1645920"/>
        </p:xfrm>
        <a:graphic>
          <a:graphicData uri="http://schemas.openxmlformats.org/drawingml/2006/table">
            <a:tbl>
              <a:tblPr/>
              <a:tblGrid>
                <a:gridCol w="2606040"/>
                <a:gridCol w="2606040"/>
                <a:gridCol w="2606040"/>
                <a:gridCol w="2606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이부프로펜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아세트아미노펜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0.92 ± 0.15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1.05 ± 0.18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2개월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1.84 ± 0.22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2.21 ± 0.29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0.001*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3개월(총)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2.85 ± 0.32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3.45 ± 0.41 mm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0.000*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GCF 바이오마커 (PGE2·RANKL)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GCF 농도 (T1, 염증 최고점)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 145.2±22.1 pg/mL
아세트아미노펜 210.5±35.4 pg/mL
p&lt;0.001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 58.4±12.3 pg/mL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아세트아미노펜 89.7±15.6 pg/mL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p&lt;0.001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기전적 해석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이부프로펜이 </a:t>
            </a:r>
            <a:pPr indent="0" marL="0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PGE2·RANKL 모두 유의하게 낮춤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파골세포 활성 신호(RANKL/OPG 비율)가 골흡수보다 </a:t>
            </a:r>
            <a:pPr indent="0" marL="0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골밀도 유지 쪽으로 이동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결과①의 이동량 감소와 기전적으로 정합.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비평적 고찰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임상지표(이동량)+생화학지표(PGE2·RANKL) 이중 검증으로 기전-결과 인과 뒷받침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무작위배정+이중눈가림, 기저 동질성 확보(연령 p=0.36, 성비 p=1.00)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선행연구(Shetty 2013)를 RANKL 지표+3개월 종단설계로 확장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재정지원·이해상충 없음(Nil) — 제약회사 개입 우려 낮음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군당 15명으로 표본이 작아 검정력 우려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진통제는 월 3일만 복용 통제 — 나머지 기간 자가복용(비처방 진통제) 여부 통제 불명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단일기관·단일 인종군 대상 — 일반화 제한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GCF는 T1(1개월차) 1회만 측정 — 2·3개월차 생화학 변화는 추적 안 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국내 교정 임상에도 적용 가능(동일 기전, 약물 둘 다 국내 상용)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다만 국내 환자 대상 재현 데이터는 부재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17.4%라는 이동량 차이가 실제 총 치료기간에 임상적으로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체감될 정도인지는 별도 검증 필요 — 통계적 유의성 ≠ 임상적 유의성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교정치료 중 진통제 선택은 단순한 통증관리가 아니라,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속도에 실제로 영향을 주는 생역학적 결정이다.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이부프로펜은 진통 효과는 우수하나 PGE2-RANKL 경로 억제로 치아이동을 늦출 수 있음 — 저자들은 교정환자에게 아세트아미노펜을 권장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2026-09-16T07:32:32Z</dcterms:created>
  <dcterms:modified xsi:type="dcterms:W3CDTF">2026-09-16T07:32:32Z</dcterms:modified>
</cp:coreProperties>
</file>