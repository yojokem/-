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이 연구는 동물실험(랫드)이라는 점을 처음부터 명확히 밝힐 것. 논문 출처(International Orthodontics, Elsevier, 프랑스교정학회 공식저널), 선정 사유(치과약리학1 20장 PGE2/COX 경로 + 구강생화학 '치아이동의 생화학적 변화' 학습목표와 직결)를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20장(PGE2/COX/NSAID)에서 배운 '교정력→PGE2→RANKL→파골세포' 경로를 거꾸로 이용해 '외부에서 이 경로를 촉진하면 치아이동을 가속할 수 있지 않을까'라는 발상으로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구강생화학 '뼈와 치아의 석회화, 혈청칼슘 항상성' 챕터에서 배운 칼슘/인 대사 조절호르몬(비타민D, PTH 등) 내용과 연결지어 설명하면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Discussion 'Comparison with previous studies' 문단 그대로 재구성. 코르티코스테로이드만 문헌 간 결과가 정반대인 이유(연구기간·용량 차이)를 짚으면 비평적 고찰과 자연스럽게 연결됨.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가설은 저자들의 공식 가설이 아니라 발표자가 결과 패턴(코르티코스테로이드=최대가속·최대재발, PGE2=최소가속·최소재발)을 보고 재구성한 것임을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동물실험이므로 Q&amp;A에서 '왜 랫드를 썼나' 물으면 '골개조·치아이동을 통제된 조건에서 관찰하기 위해 — 사람 대상으론 이 정도의 개입·조직검사가 불가능'이라고 답변.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I·II 기준. 보정기(2주) 동안은 모든 군에서 유의한 변화 없음(장치를 다시 수동적으로 부착해 이동량을 '고정') — 질문 나오면 이 부분도 설명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가속량이 클수록(코르티코스테로이드) 재발량도 크고, 가속량이 작을수록(PGE2) 재발도 작다는 '가속-재발 트레이드오프' 패턴이 핵심 메시지. 원문 Table VI·VII, Table VIII·IX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동물실험이라는 한계를 정면으로 짚어주는 게 신뢰도를 높임 — 숨기지 말고 먼저 말할 것. 코르티코스테로이드의 상반된 선행연구 결과는 발표 중 Q&amp;A로 넘어가기 좋은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20장(PGE2/COX)과 구강생화학(치아이동의 생화학) 두 과목 내용이 이 논문 하나로 이어진다는 점을 다시 언급하며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동물실험 결과를 사람에게 그대로 적용할 수 있는가?
예상 질문 2: 코르티코스테로이드 결과가 일부 선행연구(Yamane, Molina 등)와 정반대인데, 이 연구가 더 신뢰할 만한 이유는?
예상 질문 3: 왜 세 약물의 용량을 하나씩만 테스트했는가? 용량을 늘리면 결과가 달라질 수 있지 않은가?
예상 질문 4: PGE2가 치근흡수를 유발할 수 있다는데, 이 연구에서는 그런 부작용을 확인했는가?
예상 질문 5: 암컷 랫드는 왜 제외했는가? 성별에 따라 결과가 다를 가능성은?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코르티코스테로이드·비타민D·PGE2가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 및 재발에 미치는 영향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원제  Three pharmacological agents for acceleratory orthodontic tooth movement and subsequent relapse: A randomized controlled animal study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937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International Orthodontics, 2026;24:101112 (Elsevier)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가속과 재발, 두 마리 토끼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재발(relapse)과 고정력 상실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교정장치 제거 후 남아있던 결합력이 풀리면서 치아가 원래 위치로 돌아가려는 재발 현상 — 원인은 아직 명확히 규명되지 않음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 가속의 필요성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치료기간 단축을 위해 수술적·기계적·약리학적 방법으로 치아이동을 가속하는 연구가 활발 — 국소 약물주사·전신투여 모두 시도됨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미해결 과제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가속 효과를 낸 약물들이 보정(retention) 후 재발에 어떤 영향을 주는지는 선행연구가 거의 없음 — 이 연구가 처음으로 3개 약물의 재발까지 비교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약리기전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세 약물, 서로 다른 경로로 파골세포를 깨우다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0574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염증유전자 발현 억제 + 파골세포형성(osteoclastogenesis) 직접 자극 + 콜라게나아제 활성 증가 → 골흡수 강하게 촉진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65760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657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4747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파골세포 활성 자체를 증가시키고 면역매개체를 조절 → 골개조 촉진. 골칼슘단백(osteocalcin)·비타민D수용체 유전자 발현에도 관여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507492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5074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89204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RANKL 매개 파골세포형성을 자극 + 국소 골흡수 강화 — 교정력이 만드는 내인성 경로(COX→PGE2→RANKL)를 외부에서 직접 보충하는 셈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세 약물 모두 '파골세포 활성화'라는 종착점은 같지만, 도달 경로(직접 자극 vs RANKL 매개 vs 면역조절)가 달라 가속 강도와 부작용(재발)이 다르게 나타남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선행연구 비교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결과가 엇갈리는가, 그리고 이 연구의 공백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212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221284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Baofeng·Abtahi 등은 골흡수·파골세포형성 증가로 가속 보고 / 반대로 Yamane·Molina 등은 오히려 치아이동 감소 보고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349300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349300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Gowda·Varughese·Al-Attar·Moradinejad 등 다수가 골개조 증가·염증성 사이토카인 감소로 가속 효과 일관되게 보고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68680" y="47731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477316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Kale·Cağlaroğlu·Seifi 등이 RANKL 발현·파골활성 증가 보고 — 'PGE2 효과 없음'을 보고한 연구는 없음(저자 확인)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저자들은 상반된 결과가 연구기간(1-2주 vs 8주)·용량·가해진 힘·표본수 차이에서 온다고 설명. 무엇보다 '재발(relapse)까지 세 약물을 나란히 비교한 연구는 이번이 최초' — 이것이 이 논문의 진짜 공백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및 가설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모델에서 코르티코스테로이드·비타민D·PGE2의 국소(점막하) 주입이 교정 치아이동 가속 및 보정 후 재발에 미치는 영향을 비교한다. (귀무가설: 세 약물 간 가속기·재발기 효과에 차이가 없다)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약물 모두 대조군보다 치아이동을 가속하되, 가속 정도가 큰 약물일수록 보정 후 재발량도 클 것이다 (가속-재발 트레이드오프).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연구방법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5군 랫드 모델, 4주 가속 + 2주 보정 + 2주 재발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무작위배정, 눈가림(2번 저자),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105마리 → 5군(군당 21마리)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772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군 구성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 음성대조(무처치) · II 양성대조(장치만)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 코르티코스테로이드 · IV 비타민D · V PGE2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(점막하 주입)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III: 코르티코스테로이드 8mg/kg 매일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IV: 비타민D 10⁻¹⁰mol/L 3일마다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V: PGE2 0.1μg 매주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74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장치: 상악 절치 사이에 스테인리스 open-coil loop(25g 힘, tipping 이동) · 측정: 디지털캘리퍼(0.01mm)로 절치 간 거리 · 조직: PDL 폭, ALP·TRAP 염색(조골·파골세포 활성)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일정: 가속기 4주 → 보정기 2주(장치 재부착, passive) → 재발기 2주(장치 완전 제거)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가속기(4주) — 치아이동량 비교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6.22 ± 0.90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코르티코스테로이드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9768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3.44 ± 0.04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비타민D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4672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2.54 ± 0.13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PGE2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94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대조군(장치만, 1.03±0.11mm) 대비 세 약물 모두 유의하게 가속(p&lt;0.001). 가속 순위: 코르티코스테로이드 &gt; 비타민D &gt; PGE2 — 조직검사(ALP·TRAP)에서도 같은 순서로 파골세포 활성 확인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11064240" cy="118872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 후 이동량 (직후 대비 증가분)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1.03 ± 0.11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6.22 ± 0.90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3.44 ± 0.04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 ± 0.13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군간 비교 p&lt;0.001 (One-way ANOVA + Tukey)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②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재발기(2주) — 가속이 컸던 약물이 더 많이 되돌아간다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2주 재발 후 이동량 변화 (T0 대비)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517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-1.09 ± 0.17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-5.07 ± 0.87 mm  (최대 재발)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-2.75 ± 0.15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-0.86 ± 0.23 mm  (최소 재발)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조직학적 소견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517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치주인대(PDL) 폭이 </a:t>
            </a:r>
            <a:pPr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코르티코스테로이드군에서 가장 넓게 유지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(압박·긴장측 모두) — 대조군이 가장 좁음, 비타민D·PGE2군은 중간 수준. 임상측정 결과와 조직 소견이 서로를 뒷받침.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비평적 고찰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가속기+보정기+재발기를 모두 추적한 최초의 3약물 비교 — 선행연구 공백을 직접 채움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임상측정(캘리퍼)+조직학(PDL폭, ALP/TRAP)으로 이중 검증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ARRIVE 가이드라인 준수, 윤리위 승인, 눈가림 배정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공공연구비(만수라대) 지원, 이해상충 없음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2296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34340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61772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동물(랫드)실험 — 종간 차이로 사람에 그대로 적용 어려움(저자도 인정)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수컷만 사용 — 호르몬 변동은 배제했지만 여성 적용 가능성은 미확인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약물당 용량 1개만 테스트 — 용량-반응 관계 분석 불가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 결과가 일부 선행연구와 정반대 — 재현성 논쟁 여지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1772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3816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841248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코르티코스테로이드는 가속 효과 크지만 재발 위험도 가장 큼 — 신중한 임상 판단 필요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비타민D·PGE2는 가속은 온건해도 재발이 적어 상대적으로 안전한 보조제일 수 있음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PGE2는 고용량 시 치근흡수 위험 보고 있음(타 문헌) — 안전성-효능 균형 필요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→ 사람 대상 임상시험으로의 확장이 다음 단계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1248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41248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결론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치아이동을 가장 많이 가속하는 약물이,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보정 후 가장 많이 되돌아가기도 한다.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코르티코스테로이드=최대가속·최대재발 / PGE2=최소가속·최소재발 / 비타민D=중간 — '빠른 이동'과 '안정적 결과' 사이의 트레이드오프를 보여준 첫 3약물 비교 연구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질의응답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2026-09-16T07:47:58Z</dcterms:created>
  <dcterms:modified xsi:type="dcterms:W3CDTF">2026-09-16T07:47:58Z</dcterms:modified>
</cp:coreProperties>
</file>