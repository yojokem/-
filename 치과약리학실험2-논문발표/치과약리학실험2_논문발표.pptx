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시작 인사. 논문 출처(Springer, Oral and Maxillofacial Surgery, 2024), 선정 사유(치과약리학 직결, 최근 5년 이내, 국제학술지 Original article)를 한 줄로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발치 시 통증 조절 실패가 환자 경험과 시술 효율에 미치는 영향을 도입부에서 강조. 리도카인/아티카인의 약리학적 차이(조직 침투력, pKa 등)는 다음 슬라이드로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슬라이드는 오늘 소개할 논문이 채우는 공백을 시각적으로 보여주는 목적. 세 연구 결과가 서로 다르다는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가설은 저자들이 명시한 연구가설이 아니라 발표자가 선행연구 흐름을 근거로 재구성한 것임을 언급하면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split-mouth 설계의 장점(대상자 본인이 대조군 — 개체 간 변이 통제)을 설명. 이중눈가림이 어떻게 이뤄졌는지(투여자/평가자 분리 등) 원문에서 확인해 보충하면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Table 3 기준 수치로 확정. Results 본문에서는 p&lt;0.01, Abstract에서는 p&lt;0.05로 표기되어 있어 발표 시 Table 3 기준(p&lt;0.01)으로 통일해 설명할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VAS 관련 정량 수치는 검색 스니펫만으로 확보되지 않아 플레이스홀더로 남김 — 원문 Table/Figure를 확인해 직접 채워 넣을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좌측 두 칸은 원문 Discussion·Limitations 절 기준 초안. 우측 임상 적용 가능성 칸의 '통계적 유의성 vs 임상적 유의성' 포인트는 Q&amp;A에서 자주 나오는 포인트이니 본인 의견으로 발전시킬 것. 빈 줄에는 실습·발표 리허설 중 떠오른 개인 의견을 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연구계획서 과제(완충 아티카인 vs 리도카인, 한국인 대상)와 자연스럽게 연결하며 마무리. Q&amp;A로 전환.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1: split-mouth 설계에서 두 마취제가 서로 확산되어 결과를 교란할 가능성은 없는가?
예상 질문 2: 표본수 60명이 통계적으로 충분한가 (검정력 계산 근거)?
예상 질문 3: 에피네프린 농도가 동일(1:100,000)한데 순수 약물 자체의 효과 차이로 볼 수 있는가, 농도(4% vs 2%) 차이의 영향은 아닌가?
예상 질문 4: 이 결과를 한국인 임상 현장에 그대로 적용할 수 있는가(연구계획서 주제와 연결)?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114800"/>
            <a:ext cx="5029200" cy="5029200"/>
          </a:xfrm>
          <a:prstGeom prst="ellipse">
            <a:avLst/>
          </a:prstGeom>
          <a:solidFill>
            <a:srgbClr val="00A896">
              <a:alpha val="3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치과약리학실험2 · 논문 발표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Efficacy of Analgesia Promoted by Lidocaine and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Articaine in Third Molar Extraction Surgery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94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Split-Mouth, Randomized, Controlled Trial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10332720" cy="18288"/>
          </a:xfrm>
          <a:prstGeom prst="rect">
            <a:avLst/>
          </a:prstGeom>
          <a:solidFill>
            <a:srgbClr val="5B7A7E">
              <a:alpha val="4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5120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Oral and Maxillofacial Surgery (Springer), 2024
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김민성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BACKGROUND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왜 국소마취제 선택이 중요한가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24028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하악 제3대구치 발치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205740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흔한 구강악안면외과 시술 중 하나 — 마취 실패/지연 시 환자 불안·통증 급증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6576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657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474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리도카인 (Lidocaine)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347472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널리 쓰이는 표준 국소마취제, 2% 농도 + 에피네프린 병용이 일반적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50749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5074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892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아티카인 (Articaine)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489204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티오펜 고리 구조로 조직 침투력이 높다고 알려진 4세대 아마이드계 마취제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GAP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기존 근거의 공백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완충(Buffered) 제형 효과는 연구마다 결과가 엇갈림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68680" y="253288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성인 · 제3대구치 발치 (2024, Springer)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772400" y="2624328"/>
            <a:ext cx="3657600" cy="548640"/>
          </a:xfrm>
          <a:prstGeom prst="roundRect">
            <a:avLst>
              <a:gd name="adj" fmla="val 50000"/>
            </a:avLst>
          </a:prstGeom>
          <a:solidFill>
            <a:srgbClr val="02C39A">
              <a:alpha val="15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0" y="26243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 발현시간 유의하게 단축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68680" y="367588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성인 · 발치 시 완충 리도카인 (2024, JOMS/Cincinnati)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772400" y="3767328"/>
            <a:ext cx="3657600" cy="548640"/>
          </a:xfrm>
          <a:prstGeom prst="roundRect">
            <a:avLst>
              <a:gd name="adj" fmla="val 50000"/>
            </a:avLst>
          </a:prstGeom>
          <a:solidFill>
            <a:srgbClr val="5B7A7E">
              <a:alpha val="1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0" y="37673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완충 처리 효과 통계적 유의성 없음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70916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68680" y="481888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소아 · 침윤/전달마취 (2019, 2024)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772400" y="4910328"/>
            <a:ext cx="3657600" cy="548640"/>
          </a:xfrm>
          <a:prstGeom prst="roundRect">
            <a:avLst>
              <a:gd name="adj" fmla="val 50000"/>
            </a:avLst>
          </a:prstGeom>
          <a:solidFill>
            <a:srgbClr val="02C39A">
              <a:alpha val="15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0" y="49103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완충 제형이 주사통·발현시간 유의하게 개선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연령대·시술 종류에 따라 결과가 불일치 — 한국인 성인·제3대구치 발치 상황에 특화된 head-to-head 비교 데이터는 부재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 &amp; HYPOTHESIS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연구 목적 및 가설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FFFFFF">
              <a:alpha val="9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목적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603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하악·상악 제3대구치 발치 환자에서 4% 아티카인(+에피네프린)과 2% 리도카인(+에피네프린)의 마취 발현시간, 통증(VAS), 추가 마취 필요성을 비교한다.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4160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 (H1)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 측 부위가 리도카인 측 부위보다 마취 발현시간이 유의하게 짧고, 추가 마취 필요율이 유의하게 낮을 것이다.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연구 설계 및 대상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40280"/>
            <a:ext cx="297180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402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Split-mouth, 이중눈가림,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무작위 대조 연구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2240280"/>
            <a:ext cx="297180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22402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대상자 수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60명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(양측 상·하악 제3대구치 발치)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138160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58200" y="2240280"/>
            <a:ext cx="297180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58200" y="22402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개입 (좌우 무작위 배정)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4% 아티카인 + 에피네프린 1:100,000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2% 리도카인 + 에피네프린 1:100,000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측정변수  마취 발현시간(초시계) · 통증(VAS 0-10) · 마취 지속시간 · 추가 마취 필요 여부/횟수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마취 발현시간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44805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122.1 ± 52.9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46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 · 아티카인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0" y="1874520"/>
            <a:ext cx="44805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5669280" y="21031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7A7E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144.5 ± 68.9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3246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 · 리도카인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2062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아티카인 측이 평균 22.4초 더 빠르게 발현 (p&lt;0.01, paired t-test)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4892040"/>
            <a:ext cx="10424160" cy="1188720"/>
          </a:xfrm>
          <a:prstGeom prst="roundRect">
            <a:avLst>
              <a:gd name="adj" fmla="val 7692"/>
            </a:avLst>
          </a:prstGeom>
          <a:solidFill>
            <a:srgbClr val="F7FBFB"/>
          </a:solidFill>
          <a:ln w="12700">
            <a:solidFill>
              <a:srgbClr val="00A896">
                <a:alpha val="3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5029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소견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534924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마취(보충 주사) 튜브 수: 아티카인 0.26±0.48개 vs 리도카인 0.50±0.75개 (p&lt;0.01) — 리도카인 측에서 유의하게 더 많이 필요.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통증(VAS) 및 종합 소견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술 중·후 VAS 및 기타 지표 (Table 3)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9748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VAS 통증 점수: 리도카인 3.62±2.46 vs 아티카인 3.75±2.56 — 유의차 없음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수술 시간(분): 리도카인 33.45±21.85 vs 아티카인 28.86±15.13 — 유의차 없음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마취 지속시간(분): 리도카인 260.4±96.02 vs 아티카인 278.2±127.6 — 유의차 없음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19202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0B2E3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저자 결론 요약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69748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4% 아티카인이 2% 리도카인 대비 </a:t>
            </a:r>
            <a:pPr indent="0" marL="0">
              <a:lnSpc>
                <a:spcPct val="145000"/>
              </a:lnSpc>
              <a:buNone/>
            </a:pPr>
            <a:r>
              <a:rPr lang="en-US" sz="145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마취 발현이 더 빠르고</a:t>
            </a:r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추가 마취 필요성이 </a:t>
            </a:r>
            <a:pPr indent="0" marL="0">
              <a:lnSpc>
                <a:spcPct val="145000"/>
              </a:lnSpc>
              <a:buNone/>
            </a:pPr>
            <a:r>
              <a:rPr lang="en-US" sz="145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낮아</a:t>
            </a:r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제3대구치 발치 시 유리한 선택지가 될 수 있음을 시사한다.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CRITICAL APPRAISAL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비평적 고찰 (본인 의견 작성)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강점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Split-mouth 설계로 개체간 변이(연령·통증 역치 등) 통제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이중눈가림 + 무작위 배정(randomization table)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CONSORT 가이드라인 준수, 사전 임상시험 등록(REBEC)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표본수 60명 = β power&gt;0.90 사전 계산 근거 명시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4406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(발표 시 본인 의견 추가)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2296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822960" y="61722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34340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461772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한계 / Bias 위험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9748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상·하악을 동시에 발치해 상/하악별 마취 효과 비교 불가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전신 진통제·소염제 병용 처방 — 통증 인지에 교란 가능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단일 기관(브라질) 연구 — 인종·시술자 숙련도 일반화 제한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split-mouth 특성상 인접 부위로의 약물 확산 가능성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54406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(발표 시 본인 의견 추가)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617720" y="61722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13816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841248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임상 적용 가능성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69748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국내 임상에도 대체로 적용 가능(동일 기전의 아마이드계)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단, 국내 환자 대상 재현 데이터는 부재(연구계획서 과제와 연결)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발현시간 단축은 유의하나 절대적 차이(약 22초)는 임상적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의미가 제한적일 수 있음 — 통계적 유의성 ≠ 임상적 유의성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54406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(발표 시 본인 의견 추가)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41248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412480" y="61722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7315200" cy="731520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TAKE-HOME MESSAGE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6596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발치 시 빠른 마취 발현이 필요한 상황이라면,</a:t>
            </a:r>
            <a:endParaRPr lang="en-US" sz="2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아티카인이 리도카인보다 유리한 선택지일 수 있다.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93192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7FB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단, 근거는 특정 인구집단·단일 연구 기준 — 한국인 대상 재현/후속 연구로 확인이 필요함 (→ 본 과제의 연구계획서 참고)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6517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Q &amp; A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749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2026-09-12T08:24:41Z</dcterms:created>
  <dcterms:modified xsi:type="dcterms:W3CDTF">2026-09-12T08:24:41Z</dcterms:modified>
</cp:coreProperties>
</file>