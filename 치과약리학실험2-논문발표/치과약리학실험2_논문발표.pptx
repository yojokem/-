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오늘 소개할 논문이 채우는 공백을 시각적으로 보여주는 목적. 세 연구 결과가 서로 다르다는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초록/검색 스니펫 기준(122.1±52.90초 vs 144.5±68.85초)이며, p-value·95% CI 등 정확한 통계치는 원문 Results 섹션에서 직접 확인해 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초안으로 채워둔 내용 — 논문 원문을 직접 읽어본 뒤 본인 의견으로 다듬을 것(특히 Q&amp;A 대비를 위해 표본수 검정력·diffusion 가능성 부분은 원문 근거로 보강 추천).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2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[이름 입력]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완충(Buffered) 제형 효과는 연구마다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제3대구치 발치 (2024, Springer)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발치 시 완충 리도카인 (2024, JOMS/Cincinnati)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처리 효과 통계적 유의성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소아 · 침윤/전달마취 (2019, 2024)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제형이 주사통·발현시간 유의하게 개선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연령대·시술 종류에 따라 결과가 불일치 — 한국인 성인·제3대구치 발치 상황에 특화된 head-to-head 비교 데이터는 부재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 &lt; 0.05, 통계적으로 유의)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측의 추가 마취(보충 주사) 필요 튜브 수가 리도카인 측보다 적게 보고됨(원문상 정확한 수치는 Table 확인 후 발표 시 구두로 보충).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주사통 / 술 중·후 VAS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[원문 확인 필요 — VAS 평균값·표준편차, 군간 비교 결과]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 간 변이(통증 민감도·해부학적 차이)를 통제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무작위 배정 + 이중눈가림으로 선택·측정 편향 최소화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발현시간을 초시계로 직접 측정 — 주관적 VAS와 객관적 지표를 병행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60명(30쌍) 표본수의 검정력(power) 산출 근거가 원문에 명확히 제시되지 않음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좌우 약물이 확산(diffusion)되어 교차오염 가능성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기관·단기 추적 — 시술자 숙련도 등 기관별 변이 반영 안 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한국인 대상 데이터가 아님 — 골밀도·조직 특성 차이로 발현시간 절대값은 다를 수 있음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다만 국소마취제 약리기전(pKa, 지질용해도) 자체는 인종 무관 — 상대적 우위 경향은 참고 가능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완충(buffered) 제형 비교는 빠져 있어, 본 과제 연구계획서 주제로 보완 필요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2026-09-29T02:00:27Z</dcterms:created>
  <dcterms:modified xsi:type="dcterms:W3CDTF">2026-09-29T02:00:27Z</dcterms:modified>
</cp:coreProperties>
</file>