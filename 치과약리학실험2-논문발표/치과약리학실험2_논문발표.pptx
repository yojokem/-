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출처(Springer, Oral and Maxillofacial Surgery, 2024), 선정 사유(치과약리학 직결, 최근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경험과 시술 효율에 미치는 영향을 도입부에서 강조. 리도카인/아티카인의 약리학적 차이(조직 침투력, pKa 등)는 다음 슬라이드로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예상질문(농도 4% vs 2% 차이로 인한 교란)을 여기서 선제적으로 짚어주면 좋음. 아티카인의 티오펜 고리·에스터 곁사슬 구조는 약리학 교과서 표준 설명이므로 실습 교재/강의자료와 대조해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오늘 소개할 논문이 채우는 공백을 시각적으로 보여주는 목적. 세 연구 결과가 서로 다르다는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연구가설이 아니라 발표자가 선행연구 흐름을 근거로 재구성한 것임을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split-mouth 설계의 장점(대상자 본인이 대조군 — 개체 간 변이 통제)을 설명. 이중눈가림이 어떻게 이뤄졌는지(투여자/평가자 분리 등) 원문에서 확인해 보충하면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3 기준 수치로 확정. Results 본문에서는 p&lt;0.01, Abstract에서는 p&lt;0.05로 표기되어 있어 발표 시 Table 3 기준(p&lt;0.01)으로 통일해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 관련 정량 수치는 검색 스니펫만으로 확보되지 않아 플레이스홀더로 남김 — 원문 Table/Figure를 확인해 직접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 두 칸은 원문 Discussion·Limitations 절 기준 초안. 우측 임상 적용 가능성 칸의 '통계적 유의성 vs 임상적 유의성' 포인트는 Q&amp;A에서 자주 나오는 포인트이니 본인 의견으로 발전시킬 것. 빈 줄에는 실습·발표 리허설 중 떠오른 개인 의견을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연구계획서 과제(완충 아티카인 vs 리도카인, 한국인 대상)와 자연스럽게 연결하며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split-mouth 설계에서 두 마취제가 서로 확산되어 결과를 교란할 가능성은 없는가?
예상 질문 2: 표본수 60명이 통계적으로 충분한가 (검정력 계산 근거)?
예상 질문 3: 에피네프린 농도가 동일(1:100,000)한데 순수 약물 자체의 효과 차이로 볼 수 있는가, 농도(4% vs 2%) 차이의 영향은 아닌가?
예상 질문 4: 이 결과를 한국인 임상 현장에 그대로 적용할 수 있는가(연구계획서 주제와 연결)?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Efficacy of Analgesia Promoted by Lidocaine and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Articaine in Third Molar Extraction Surgery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Split-Mouth, Randomized, Controlled Trial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Oral and Maxillofacial Surgery (Springer), 2024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국소마취제 선택이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하악 제3대구치 발치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구강악안면외과 시술 중 하나 — 마취 실패/지연 시 환자 불안·통증 급증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리도카인 (Lidocaine)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널리 쓰이는 표준 국소마취제, 2% 농도 + 에피네프린 병용이 일반적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 (Articaine)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티오펜 고리 구조로 조직 침투력이 높다고 알려진 4세대 아마이드계 마취제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PHARMACOLOGY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아티카인이 더 빠르게 발현하는가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화학구조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92024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아티카인은 티오펜(thiophene) 고리, 리도카인은 벤젠 고리 — 티오펜 고리가 지질용해도를 높여 신경막·연조직·피질골 투과를 향상시킴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29184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대사 경로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1546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아티카인은 에스터 곁사슬을 가져 혈장 esterase에 의해 일부 가수분해됨(간 대사 의존도↓) → 전신독성이 낮아 4% 고농도 제형 사용이 가능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52628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제형 농도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438912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연구는 4% 아티카인 vs 2% 리도카인 비교 — 농도가 2배 높은 만큼 단위시간당 확산 가능한 분자 수 자체가 많아짐(순수 약리작용 차이와 분리해서 봐야 할 교란요인)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5321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576072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760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단백결합률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56235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약 95% vs 리도카인 약 65% — 단백결합률이 높을수록 지속시간이 길어지는 경향과 관련(발현시간과는 별개 지표)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기존 근거의 공백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완충(Buffered) 제형 효과는 연구마다 결과가 엇갈림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532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제3대구치 발치 (2024, Springer)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624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0" y="2624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발현시간 유의하게 단축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3675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발치 시 완충 리도카인 (2024, JOMS/Cincinnati)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0" y="3767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5B7A7E">
              <a:alpha val="1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767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처리 효과 통계적 유의성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4818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소아 · 침윤/전달마취 (2019, 2024)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0" y="4910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0" y="4910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제형이 주사통·발현시간 유의하게 개선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연령대·시술 종류에 따라 결과가 불일치 — 한국인 성인·제3대구치 발치 상황에 특화된 head-to-head 비교 데이터는 부재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 &amp; HYPOTHESIS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하악·상악 제3대구치 발치 환자에서 4% 아티카인(+에피네프린)과 2% 리도카인(+에피네프린)의 마취 발현시간, 통증(VAS), 추가 마취 필요성을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 부위가 리도카인 측 부위보다 마취 발현시간이 유의하게 짧고, 추가 마취 필요율이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Split-mouth, 이중눈가림,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대조 연구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60명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(양측 상·하악 제3대구치 발치)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(좌우 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 + 에피네프린 1:100,000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 리도카인 + 에피네프린 1:100,000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마취 발현시간(초시계) · 통증(VAS 0-10) · 마취 지속시간 · 추가 마취 필요 여부/횟수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마취 발현시간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122.1 ± 52.9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아티카인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144.5 ± 68.9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리도카인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아티카인 측이 평균 22.4초 더 빠르게 발현 (p&lt;0.01, paired t-test)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0424160" cy="1188720"/>
          </a:xfrm>
          <a:prstGeom prst="roundRect">
            <a:avLst>
              <a:gd name="adj" fmla="val 7692"/>
            </a:avLst>
          </a:prstGeom>
          <a:solidFill>
            <a:srgbClr val="F7FBFB"/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소견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49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마취(보충 주사) 튜브 수: 아티카인 0.26±0.48개 vs 리도카인 0.50±0.75개 (p&lt;0.01) — 리도카인 측에서 유의하게 더 많이 필요.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통증(VAS) 및 종합 소견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술 중·후 VAS 및 기타 지표 (Table 3)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VAS 통증 점수: 리도카인 3.62±2.46 vs 아티카인 3.75±2.56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수술 시간(분): 리도카인 33.45±21.85 vs 아티카인 28.86±15.13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지속시간(분): 리도카인 260.4±96.02 vs 아티카인 278.2±127.6 — 유의차 없음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저자 결론 요약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아티카인이 2% 리도카인 대비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발현이 더 빠르고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추가 마취 필요성이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낮아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제3대구치 발치 시 유리한 선택지가 될 수 있음을 시사한다.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CRITICAL APPRAISAL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설계로 개체간 변이(연령·통증 역치 등) 통제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이중눈가림 + 무작위 배정(randomization table)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CONSORT 가이드라인 준수, 사전 임상시험 등록(REBEC)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표본수 60명 = β power&gt;0.90 사전 계산 근거 명시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상·하악을 동시에 발치해 상/하악별 마취 효과 비교 불가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전신 진통제·소염제 병용 처방 — 통증 인지에 교란 가능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 기관(브라질) 연구 — 인종·시술자 숙련도 일반화 제한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특성상 인접 부위로의 약물 확산 가능성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국내 임상에도 대체로 적용 가능(동일 기전의 아마이드계)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단, 국내 환자 대상 재현 데이터는 부재(연구계획서 과제와 연결)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발현시간 단축은 유의하나 절대적 차이(약 22초)는 임상적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의미가 제한적일 수 있음 — 통계적 유의성 ≠ 임상적 유의성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TAKE-HOME MESSAGE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발치 시 빠른 마취 발현이 필요한 상황이라면,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아티카인이 리도카인보다 유리한 선택지일 수 있다.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단, 근거는 특정 인구집단·단일 연구 기준 — 한국인 대상 재현/후속 연구로 확인이 필요함 (→ 본 과제의 연구계획서 참고)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Q &amp; 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2026-09-16T05:15:35Z</dcterms:created>
  <dcterms:modified xsi:type="dcterms:W3CDTF">2026-09-16T05:15:35Z</dcterms:modified>
</cp:coreProperties>
</file>